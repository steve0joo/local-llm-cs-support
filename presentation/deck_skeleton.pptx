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CLAUDE.md, docs/PRD.md 팀 분담. 표지+목차 합쳐 0:20.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표지와 합쳐 0:20. 섹션 제목만 짚고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docs/PRD.md 목표·제약, docs/frontend/PRD.md 랜딩 장면 01.
말할 것: 페인포인트 3개 → 그래서 무엇을 만들기로 했나.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CLAUDE.md 프로젝트 정의, docs/PRD.md 목표.
말할 것: 정의 한 문장 + 핵심 속성 3가지.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docs/PRD.md 사용자·핵심 기능·MVP 제외·제약.
말할 것: 지원 3개 주제와 미지원 6개 주제, MVP 범위.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프로젝트 문서에 없음 → 마켓 리서치 필요.
예시 비교 대상: 은행 자체 챗봇, 클라우드 LLM 상담 솔루션, 온프레미스 LLM.
예시 비교 축: 개인정보 처리, 답변 방식, 배포 환경, 비용.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docs/ARCHITECTURE.md 디렉토리 구조·패턴, docs/ADR.md ADR-003·004.
가안: 프로젝트 설명을 들은 뒤 다시 나눔.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docs/ARCHITECTURE.md 데이터 흐름, 계약 1.
말할 것: 요청·응답 스키마의 type(answer·clarify·unsupported).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CLAUDE.md 아키텍처 규칙, docs/ADR.md ADR-006, 계약 4·5.
말할 것: 마스킹 토큰 예시, 슬롯 치환 예시, 모델 입력 로그로 검증.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docs/router/ADR.md RT-001·002, ARCHITECTURE 계약 2.
말할 것: "대출 잔액이랑 이자 얼마 남았어요?" 예시.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ARCHITECTURE 계약 3, docs/agent-*/ARCHITECTURE.md handle() 흐름.
말할 것: 출력 검증 실패 시 기본 문장으로 대체.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CLAUDE.md 기술 스택, docs/ADR.md ADR-001~008.
말할 것: Ollama+GGUF로 Windows·Mac 공통, RAG를 쓰지 않은 이유.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docs/ARCHITECTURE.md 학습 파이프라인, router/ADR.md RT-005, training/interest/export.md.
다음 섹션(모델 4종)으로 넘어가는 연결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docs/frontend/PRD.md 사용자 스토리·랜딩 장면 표·예시 질문 칩.
말할 것: 장면 01~04 → 챗 → 예시 칩 → 선택지 → 슬롯 치환 답변.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docs/frontend/PRD.md 기능 범위, docs/frontend/ARCHITECTURE.md, UI_GUIDE.md.
말할 것: 데모 고객 선택, 새 대화, 오류 처리, 테스트로 확인한 동작.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docs/router/PRD.md, docs/agent-balance/PRD.md, docs/agent-loan/PRD.md, docs/agent-interest/PRD.md.
팀원 추가: 각 모델의 핵심 지표와 현재 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docs/agent-interest/REPORT.md §2, FINETUNE.md §4·5, REPORT_v03.md.
문서 기준 v01~v04까지 기록 있음. 팀원 추가: v04 이후 최신 결과, 최종 채택 버전.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docs/agent-interest/EVALUATION.md, REPORT.md §3.
수치는 training/interest/outputs/eval(gitignore)에서 가져와 슬라이드에 직접 적는다.
팀원 추가: 최종 채택 버전 기준 지표.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backend/README.md 구동 절차, docs/frontend/PRD.md 예시 질문 칩.
시연 순서 예: 잔액 조회 → 복합 문의 되묻기 → 이자/연체 → 미지원 주제.
실패 대비: 캡처·녹화 백업.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docs/PRD.md 인수 기준, REPORT.md §3-2·4, 데모 결과.
말할 것: 강점과 단점을 각각 3개 정도.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직전 장 단점, docs/PRD.md MVP 제외, REPORT.md §5.
말할 것: 단점 → 방향을 짝지어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질의응답.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MINI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LLM 은행 상담 보조 AI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개인정보를 모델에 보내지 않는 파인튜닝 상담 챗봇 (MVP)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[이름]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· 잔액조회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[이름]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대출문의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[이름]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이자/연체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[이름]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 · 게이트웨이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v0.2  ·  2026-09-30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약 8분 30초 + 데모 2분 30초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배경과 목표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p.3–6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1:40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0552" y="146304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13432" y="1691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313432" y="242316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설계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13432" y="32918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p.7–13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2:20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03904" y="146304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86784" y="1691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986784" y="242316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학습과 평가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86784" y="32918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p.14–18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3:20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77256" y="146304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0136" y="1691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660136" y="242316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0136" y="32918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2:30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50608" y="146304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33488" y="1691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333488" y="242316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회고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33488" y="32918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p.20–21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0:50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배경과 목표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의도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문의는 매일 쌓이는데, 상담 데이터는 밖으로 보낼 수 없다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페인포인트 ①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문의 · 챗봇 단계 · 개인정보 중 하나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383280" y="1783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페인포인트 ②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문의 · 챗봇 단계 · 개인정보 중 하나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350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172200" y="1783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페인포인트 ③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문의 · 챗봇 단계 · 개인정보 중 하나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94360" y="356616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의도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문제를 어떻게 풀기로 했는가 한 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배경과 목표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정의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말하면 무엇인가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정의 한 문장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누구를 위한, 무엇을 하는, 어떤 방식의 서비스인가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154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9436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속성 ①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분류 · 개인정보 보호 · 로컬 모델 등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46120" y="3154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338328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속성 ②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분류 · 개인정보 보호 · 로컬 모델 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3154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172200" y="32461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속성 ③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분류 · 개인정보 보호 · 로컬 모델 등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배경과 목표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개요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무엇을, 어디까지 쓸 수 있나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고객 · PM(인수)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383280" y="178308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범위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주제 3개 · 미지원 6개는 안내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35040" y="16916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17220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 · 제약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제외 항목 · 데이터·장비 제약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배경과 목표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BE7FE"/>
          </a:solidFill>
          <a:ln w="12700">
            <a:solidFill>
              <a:srgbClr val="DBE7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문제를 푸는 다른 서비스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해법과 비교해 이 프로젝트는 어디에 서 있나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DBE7FE"/>
          </a:solidFill>
          <a:ln w="12700">
            <a:solidFill>
              <a:srgbClr val="1D4ED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7955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비교표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3~4개 × 비교 축 (개인정보 처리 · 답변 방식 · 배포 환경 · 비용)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94360" y="41148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 한 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  (가안)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아키텍처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· FastAPI 단일 프로세스 · Ollama 모델 4개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377440" cy="292608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챗봇 UI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926080" y="306324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69164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3337560" y="178308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 · 라우터 · 에이전트 3 · mock API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306324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1691640"/>
            <a:ext cx="2377440" cy="292608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446520" y="178308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cs-router · cs-balance · cs-loan · cs-interest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  (가안)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하나가 처리되는 흐름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마스킹 → 분류 → 에이전트 → 화면 치환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질문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947672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57984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295144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마스킹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48456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58768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3995928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분류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49240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9552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5696712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050024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60336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397496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치환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29184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594360" y="338328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유형 3가지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 · clarify(되묻기) · unsupported(미지원 안내)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  (가안)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보호 설계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가려진 입력과 {{슬롯}} 이름만 본다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쪽: 마스킹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주민번호·카드·계좌·전화·주소·금액 → 토큰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84632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쪽: 슬롯 치환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{{balance}} · 화면이 실제 금액으로 치환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  (가안)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라우터와 복합 문의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주제로 나누고, 두 주제에 걸치면 되묻는다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9개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3 · 미지원 6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84632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문의 처리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규칙 → 되묻기 선택지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  (가안)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에이전트 공통 구조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조회는 코드가, 문장은 모델이, 검증은 다시 코드가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API 조회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331720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87752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724912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조립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62272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18304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4855464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생성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92824" y="233172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48856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6986016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검증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2918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594360" y="3383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잔액조회 에이전트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슬롯 예시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46120" y="32918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3383280" y="3383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대출문의 에이전트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슬롯 예시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035040" y="32918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6172200" y="3383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이자/연체 에이전트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슬롯 예시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  (가안)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스택과 주요 결정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장비 두 대에서 돌아가는 최소 구성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· Backend · 추론 · 학습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69164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846320" y="17830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①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· 이유 한 줄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09160" y="269748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846320" y="27889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②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· 이유 한 줄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09160" y="370332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4846320" y="37947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③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· 이유 한 줄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시스템 설계  (가안)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파이프라인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베이스 하나를 영역별로 QLoRA 학습해 GGUF로 배포한다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Hub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673352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7452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0116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분할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090672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34290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마스킹·정제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07992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48463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QLoRA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25312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648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62636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병합·GGUF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42632" y="2468880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43800" y="20116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768096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94360" y="35204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환경·제약 한 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장비 · 베이스 모델 · 데이터 이용 조건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9DDFB"/>
          </a:solidFill>
          <a:ln w="12700">
            <a:solidFill>
              <a:srgbClr val="E9D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0:30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UX 플로우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스크롤로 원리를 보고, 마지막에 직접 물어본다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8745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랜딩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01–04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947672" y="2304288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57984" y="178308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295144" y="18745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48456" y="2304288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58768" y="178308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3995928" y="18745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칩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입력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49240" y="2304288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9552" y="178308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5696712" y="18745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050024" y="2304288"/>
            <a:ext cx="182880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60336" y="178308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397496" y="18745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(슬롯 치환)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9DDFB"/>
          </a:solidFill>
          <a:ln w="12700">
            <a:solidFill>
              <a:srgbClr val="6D28D9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594360" y="333756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스크린샷 3~5장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9DDFB"/>
          </a:solidFill>
          <a:ln w="12700">
            <a:solidFill>
              <a:srgbClr val="E9D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0:30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랜딩 스크롤 월드 + 챗 패널, 한 페이지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E9DDFB"/>
          </a:solidFill>
          <a:ln w="12700">
            <a:solidFill>
              <a:srgbClr val="6D28D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랜딩 또는 챗 패널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0" y="16916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623560" y="1783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랜딩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0" y="26974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2356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 패널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0" y="37033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2356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포인트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지표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0:50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파인튜닝 모델 4종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모델마다 왜 만들었고, 무엇으로 잘됐는지 판단하나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cs-router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분류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용도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 · 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60320" y="16916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697480" y="1783080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cs-balance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잔액·거래내역 안내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용도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 · 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16916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800600" y="1783080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cs-loan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만기·연장 안내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용도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 · 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66560" y="169164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903720" y="1783080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cs-interest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이자·연체 안내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용도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 · 값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지표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0:40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모델 cs-interest ① 실험 흐름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데이터만으로는 규칙을 못 배워서, 데이터를 바꿔 가며 개선했다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타임라인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 → v01 → v02 → v03 → v04 → … 버전별 데이터 · 설정 · 결과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94360" y="37033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문제였나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09160" y="361188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846320" y="37033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바꿨나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모델 학습과 평가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 w="12700">
            <a:solidFill>
              <a:srgbClr val="FDEC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지표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0:50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모델 cs-interest ② 평가 결과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질문으로 Base 대비 개선을 확인했다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수치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규칙 준수율 Base → 최종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83280" y="169164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520440" y="1783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학습 안정성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· 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80760" y="169164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217920" y="1783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목표 능력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· 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83280" y="32004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3520440" y="32918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기존 능력 유지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· 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80760" y="32004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DECC8"/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6217920" y="32918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 사람 평가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· 값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데모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9DDFB"/>
          </a:solidFill>
          <a:ln w="12700">
            <a:solidFill>
              <a:srgbClr val="E9D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 필요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2:30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 시나리오를 직접 실행한다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E9DDFB"/>
          </a:solidFill>
          <a:ln w="12700">
            <a:solidFill>
              <a:srgbClr val="6D28D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37360"/>
            <a:ext cx="7955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첫 화면 이미지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랜딩 첫 장면 캡처 한 장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회고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서비스 분석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잘됐고, 무엇이 아쉬운가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내외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846320" y="17830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내외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회고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537960" y="256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EBE8"/>
          </a:solidFill>
          <a:ln w="12700">
            <a:solidFill>
              <a:srgbClr val="CCEB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56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기반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2560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앞으로의 개발 방향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분석에서 나온 단점을 어떻게 풀 것인가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94360" y="178308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①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해결할 단점 · 방법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383280" y="178308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②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해결할 단점 · 방법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35040" y="169164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172200" y="178308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③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해결할 단점 · 방법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4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LLM 은행 상담 보조 AI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[저장소 링크 · 연락처]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로컬 LLM 은행 상담 보조 AI — 발표 뼈대</dc:title>
  <dc:subject>PptxGenJS Presentation</dc:subject>
  <dc:creator>PptxGenJS</dc:creator>
  <cp:lastModifiedBy>PptxGenJS</cp:lastModifiedBy>
  <cp:revision>1</cp:revision>
  <dcterms:created xsi:type="dcterms:W3CDTF">2026-09-30T01:47:57Z</dcterms:created>
  <dcterms:modified xsi:type="dcterms:W3CDTF">2026-09-30T01:47:57Z</dcterms:modified>
</cp:coreProperties>
</file>