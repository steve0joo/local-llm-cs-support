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CLAUDE.md 프로젝트 정의, PRD 팀 분담. 시간 0:20.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0:20. 섹션 구성과 시간 배분은 논의 후 확정.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docs/PRD.md 목표·사용자·제약.
말할 것: 문제(단계 많은 챗봇, 개인정보) → 목표(한 번에 주제 분류·전문 에이전트, 로컬 모델).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docs/PRD.md 인수 기준 1~8.
말할 것: 라우팅·복합 문의·답변 품질·사실 생성·마스킹·잔액 화면·응답 시간·실행 환경. 14번 달성 현황과 짝을 이룸.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docs/ARCHITECTURE.md 데이터 흐름, 계약 1~5.
말할 것: 모델에는 마스킹된 텍스트와 슬롯 이름만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CLAUDE.md 아키텍처 규칙, docs/ADR.md ADR-004·006.
말할 것: ① 정규식 마스킹 ② {{슬롯}}만 생성, 금액은 화면에서 치환 ③ Ollama + GGUF로 Windows·Mac 로컬 추론.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docs/router/ADR.md RT-001·002, ARCHITECTURE 계약 2·3, docs/agent-*/PRD.md.
말할 것: 복합 문의 예시(대출 잔액 + 이자), 미지원 6개 주제는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docs/ARCHITECTURE.md 학습 파이프라인, router/ADR.md RT-005, training/interest/export.md.
말할 것: 학습 장비 1대(RTX 4060 8GB), 데이터·가중치는 git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docs/agent-interest/REPORT.md §2, FINETUNE.md §4·5, TRAINING_DATA_PLAN.md.
팀원 추가: v04 이후 최신 버전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docs/agent-interest/EVALUATION.md.
말할 것: 규칙 준수율 정의(4개 모두 충족), Golden Set 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training/interest/outputs/eval (gitignore라 수치를 슬라이드에 직접 기입).
팀원 추가: 이자/연체 Base 대비 지표, 라우터 정확도, 잔액·대출 에이전트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docs/agent-interest/REPORT.md §3-1·4.
말할 것: 실제 문제 2유형(단정·약속), Base가 더 심하게 지어냈지만 점수에 안 드러남 → 사람 평가·출력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backend/README.md 구동 절차, docs/frontend/PRD.md.
준비: 라이브 데모 또는 녹화 영상. 실패 대비 캡처 백업.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docs/PRD.md 인수 기준·MVP 제외, REPORT.md §5.
팀원 추가: 응답 시간 측정, Windows·Mac 동작, 기준별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MINI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LLM 은행 상담 보조 AI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개인정보를 모델에 보내지 않는 파인튜닝 상담 챗봇 (MVP)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[팀명 · 발표자 · 발표일]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548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11분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배경과 목표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p.3–4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1:30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p.5–7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2:40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학습과 평가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p.8–12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3:50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데모와 결과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p.13–14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2:10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배경과 목표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목표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챗봇은 단계가 많고, 은행 상담 데이터는 외부 모델로 보낼 수 없다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챗봇의 한계 · 개인정보 제약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98848" y="306324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84632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분류 → 전문 에이전트 · 전부 로컬 추론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배경과 목표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0:40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PM이 고정 시나리오로 직접 합격·불합격을 판정한다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1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6032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69748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2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0060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3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6656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90372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4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94360" y="32918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5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560320" y="3200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2697480" y="32918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6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3200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4800600" y="32918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7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766560" y="3200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6903720" y="329184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8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목표치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구조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한 번이 마스킹 → 분류 → 전문 에이전트 → 화면 치환을 거친다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질문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47672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57984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295144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(마스킹)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48456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58768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995928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(주제 분류)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49240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9552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696712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50024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60336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397496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(슬롯 치환)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594360" y="33832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자리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모델 4개 · mock API · 모델 입력 로그 위치 표시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설계 원칙 3가지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개인정보는 모델에 닿지 않고, 모든 추론은 로컬에서 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개인정보 마스킹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한 줄 · 예시 한 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38328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슬롯 치환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한 줄 · 예시 한 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17220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로컬 추론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한 줄 · 예시 한 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라우터와 전문 에이전트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주제로 나누고, 두 주제에 걸치면 되묻는다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주제 · 복합 문의 되묻기 · 미지원 안내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6916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709160" y="1783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잔액조회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슬롯 예시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0" y="26974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709160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대출문의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슬롯 예시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37033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70916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이자/연체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슬롯 예시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0:40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파이프라인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베이스 모델 하나를 영역별로 QLoRA 학습해 GGUF로 배포한다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Hub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664208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011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분할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81528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4290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마스킹·정제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98848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4846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QLoRA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16168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2636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병합·GGUF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33488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4380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76809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94360" y="35204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환경·제약 한 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장비 · 베이스 모델 · 데이터 이용 조건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지표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데이터와 실험 흐름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데이터의 정답이 우리 규칙과 맞지 않아 정제와 합성으로 보완했다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문제 · 정제 규칙 · 합성 샘플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0" y="169164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611880" y="1783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타임라인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v01 → v02 → v03 → … 최신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버전별 변경점과 배운 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0:40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방법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안정성부터 사람 평가까지 네 가지 질문으로 판단한다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학습은 안정적인가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기준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16916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800600" y="17830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목표 능력이 생겼나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기준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2004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9436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기존 능력은 유지되나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기준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32004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80060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 사람이 보아도 좋은가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기준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지표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결과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파인튜닝 모델이 Base보다 나아졌는가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 1개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규칙 준수율 Base → 최신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3280" y="16916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52044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 대비 지표 표·차트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이자/연체 에이전트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83280" y="36118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3520440" y="3703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모델 지표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정확도 · 잔액 · 대출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0:40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분석과 교훈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지표만으로는 지어낸 답을 다 잡지 못한다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 사례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· 모델 답 · 판정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84632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교훈과 대응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검증 · 사람 평가 · 데이터 보강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데모와 결과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9DDFB"/>
          </a:solidFill>
          <a:ln w="12700">
            <a:solidFill>
              <a:srgbClr val="E9D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캡처·데모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1:30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시나리오 네 가지를 실제 화면으로 보여준다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E9DDFB"/>
          </a:solidFill>
          <a:ln w="12700">
            <a:solidFill>
              <a:srgbClr val="6D28D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· 영상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UI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169164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98932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잔액 조회 (슬롯 치환)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52160" y="2441448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989320" y="2532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복합 문의 되묻기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52160" y="3191256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989320" y="3282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이자/연체 답변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0" y="3941064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989320" y="4032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미지원 주제 안내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데모와 결과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지표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0:40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 현황과 향후 과제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기준 8개 중 무엇을 달성했고, 무엇이 남았나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기준 달성 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8개 × 결과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169164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989320" y="17830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과제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미지원 주제 · 사람 평가 · 스트리밍 등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[저장소 링크 · 연락처]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로컬 LLM 은행 상담 보조 AI — 발표 뼈대</dc:title>
  <dc:subject>PptxGenJS Presentation</dc:subject>
  <dc:creator>PptxGenJS</dc:creator>
  <cp:lastModifiedBy>PptxGenJS</cp:lastModifiedBy>
  <cp:revision>1</cp:revision>
  <dcterms:created xsi:type="dcterms:W3CDTF">2026-09-30T01:32:12Z</dcterms:created>
  <dcterms:modified xsi:type="dcterms:W3CDTF">2026-09-30T01:32:12Z</dcterms:modified>
</cp:coreProperties>
</file>